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5852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960120"/>
            <a:ext cx="1920240" cy="0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2563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749808"/>
            <a:ext cx="5029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 年全国大学生计算机系统能力大赛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7772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功能挑战赛道作品进展汇报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96112" y="2011680"/>
            <a:ext cx="8412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面向小型操作系统的分析比对智能体系统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OS 内核代码分析智能体（oskernel-agent）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96112" y="3154680"/>
            <a:ext cx="16459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3182112"/>
            <a:ext cx="1554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赛道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542032" y="3154680"/>
            <a:ext cx="49377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7752" y="3182112"/>
            <a:ext cx="4846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操作系统设计赛 · OS 功能挑战赛道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96112" y="3502152"/>
            <a:ext cx="1645920" cy="347472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529584"/>
            <a:ext cx="1554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2542032" y="3502152"/>
            <a:ext cx="4937760" cy="347472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3529584"/>
            <a:ext cx="4846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面向小型操作系统的分析比对智能体系统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96112" y="3849624"/>
            <a:ext cx="16459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877056"/>
            <a:ext cx="1554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2542032" y="3849624"/>
            <a:ext cx="49377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3877056"/>
            <a:ext cx="4846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海底小纵队 · 杭州电子科技大学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96112" y="4197096"/>
            <a:ext cx="1645920" cy="347472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4224528"/>
            <a:ext cx="1554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成员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2542032" y="4197096"/>
            <a:ext cx="4937760" cy="347472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87752" y="4224528"/>
            <a:ext cx="4846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牛一强、王佳鑫、王一凡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96112" y="4544568"/>
            <a:ext cx="164592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4572000"/>
            <a:ext cx="1554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指导教师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2542032" y="4544568"/>
            <a:ext cx="49377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7752" y="4572000"/>
            <a:ext cx="4846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曾英佩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412480" y="3246120"/>
            <a:ext cx="2560320" cy="1508760"/>
          </a:xfrm>
          <a:prstGeom prst="rect">
            <a:avLst/>
          </a:prstGeom>
          <a:solidFill>
            <a:srgbClr val="F5F8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41080" y="3502152"/>
            <a:ext cx="2103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提交文档依据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41080" y="3858768"/>
            <a:ext cx="210312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设计方案与技术文档 V1.0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仓库评测记录说明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演示流程建议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96112" y="5870448"/>
            <a:ext cx="103327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注：源代码仓库本轮未在本地成功联网检出；未直接复跑测试的数据均按技术文档与仓库评测记录表述。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赛题需求分析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项目背景与赛题理解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85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64373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功能挑战赛道 · oskernel-agent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1360" y="64373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2/16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31520" y="1508760"/>
            <a:ext cx="32918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83794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600200"/>
            <a:ext cx="29626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评审场景痛点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1984248"/>
            <a:ext cx="2962656" cy="539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历届小型 OS 内核作品持续累积，评审需要快速理解结构、调用逻辑与开发差异。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1508760"/>
            <a:ext cx="32918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9432" y="183794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1600200"/>
            <a:ext cx="29626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赛题核心任务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9432" y="1984248"/>
            <a:ext cx="2962656" cy="539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设计智能体对历史内核作品进行描述，并将新作品与历史作品进行比较，产出人类友好的文档。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1508760"/>
            <a:ext cx="32918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2752" y="183794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1600200"/>
            <a:ext cx="29626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评价重点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02752" y="1984248"/>
            <a:ext cx="2962656" cy="539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描述需尽量避免大模型幻觉；比较文档需精准、可核查、可回源。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377440" y="2944368"/>
            <a:ext cx="0" cy="850392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80760" y="2944368"/>
            <a:ext cx="0" cy="850392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84080" y="2944368"/>
            <a:ext cx="0" cy="850392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" y="388620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2563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3941064"/>
            <a:ext cx="2779776" cy="667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结构化描述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理解内核子系统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17720" y="388620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3941064"/>
            <a:ext cx="2779776" cy="667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语义级比对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识别相似实现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21040" y="388620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94192" y="3941064"/>
            <a:ext cx="2779776" cy="667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原创性信号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生成代码检测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60120" y="5230368"/>
            <a:ext cx="101498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本项目定位：面向教学型 C/Rust 小型内核源码，不改造内核功能，重点服务评审理解、比较与证据回溯。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目标与任务边界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项目目标与核心任务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85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64373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功能挑战赛道 · oskernel-agent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1360" y="64373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3/16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983480" y="141732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6632" y="1472184"/>
            <a:ext cx="2093976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同一份内核仓库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08192" y="1938528"/>
            <a:ext cx="-3776472" cy="804672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2563A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08192" y="1938528"/>
            <a:ext cx="0" cy="804672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08192" y="1938528"/>
            <a:ext cx="3721608" cy="804672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" y="2788920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8FBFF"/>
          </a:solidFill>
          <a:ln w="13970">
            <a:solidFill>
              <a:srgbClr val="25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2843784"/>
            <a:ext cx="277977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作品描述报告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分层 HTML + 行号回源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17720" y="2788920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7FFFC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2843784"/>
            <a:ext cx="277977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历史作品查重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L0-L5 多层漏斗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321040" y="2788920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8E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2843784"/>
            <a:ext cx="277977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代码检测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log-rank / NPR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1248" y="4069080"/>
            <a:ext cx="2523744" cy="314554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096512"/>
            <a:ext cx="2432304" cy="2596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64992" y="4069080"/>
            <a:ext cx="1892808" cy="314554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4096512"/>
            <a:ext cx="1801368" cy="2596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当前状态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57800" y="4069080"/>
            <a:ext cx="6099048" cy="314554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4096512"/>
            <a:ext cx="6007608" cy="2596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41248" y="4383634"/>
            <a:ext cx="2523744" cy="314554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4411066"/>
            <a:ext cx="2432304" cy="2596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结构化描述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4992" y="4383634"/>
            <a:ext cx="1892808" cy="314554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0712" y="4411066"/>
            <a:ext cx="1801368" cy="2596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已实现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257800" y="4383634"/>
            <a:ext cx="6099048" cy="314554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4411066"/>
            <a:ext cx="6007608" cy="2596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MCP 工具与自底向上理解，输出 HTML 报告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41248" y="4698187"/>
            <a:ext cx="2523744" cy="31455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" y="4725619"/>
            <a:ext cx="2432304" cy="2596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语义查重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64992" y="4698187"/>
            <a:ext cx="1892808" cy="31455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10712" y="4725619"/>
            <a:ext cx="1801368" cy="2596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已实现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257800" y="4698187"/>
            <a:ext cx="6099048" cy="31455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4725619"/>
            <a:ext cx="6007608" cy="2596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归一化、SimHash、向量召回、分段、精确比对、LLM 复核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41248" y="5012741"/>
            <a:ext cx="2523744" cy="314554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6968" y="5040173"/>
            <a:ext cx="2432304" cy="2596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检测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364992" y="5012741"/>
            <a:ext cx="1892808" cy="314554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0712" y="5040173"/>
            <a:ext cx="1801368" cy="2596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已实现/可跳过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257800" y="5012741"/>
            <a:ext cx="6099048" cy="314554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0" y="5040173"/>
            <a:ext cx="6007608" cy="2596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 GPU 或模型时优雅跳过并说明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41248" y="5327294"/>
            <a:ext cx="2523744" cy="31455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6968" y="5354726"/>
            <a:ext cx="2432304" cy="2596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端到端量化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364992" y="5327294"/>
            <a:ext cx="1892808" cy="31455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10712" y="5354726"/>
            <a:ext cx="1801368" cy="2596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待补充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257800" y="5327294"/>
            <a:ext cx="6099048" cy="31455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0" y="5354726"/>
            <a:ext cx="6007608" cy="2596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描述链路时延与 token 成本尚待系统化测试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68680" y="5943600"/>
            <a:ext cx="103327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原则：不把设计目标写成已完成；无法验证的材料在本汇报中标注“待补充/需确认”。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总体设计思路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总体技术路线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85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64373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功能挑战赛道 · oskernel-agent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1360" y="64373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4/16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57400" y="2167128"/>
            <a:ext cx="54864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77240" y="187452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929384"/>
            <a:ext cx="1271016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仓库输入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77640" y="2167128"/>
            <a:ext cx="54864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697480" y="187452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256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1929384"/>
            <a:ext cx="1271016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解析归一化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2167128"/>
            <a:ext cx="54864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17720" y="187452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1929384"/>
            <a:ext cx="1271016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多路召回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18120" y="2167128"/>
            <a:ext cx="54864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37960" y="187452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1929384"/>
            <a:ext cx="1271016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精确验证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38360" y="2167128"/>
            <a:ext cx="54864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458200" y="187452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31352" y="1929384"/>
            <a:ext cx="1271016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复核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378440" y="187452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51592" y="1929384"/>
            <a:ext cx="1271016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报告输出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154680"/>
            <a:ext cx="1917497" cy="370332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182112"/>
            <a:ext cx="1826057" cy="3154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链路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2694737" y="3154680"/>
            <a:ext cx="5539435" cy="370332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0457" y="3182112"/>
            <a:ext cx="5447995" cy="3154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关键方法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8234172" y="3154680"/>
            <a:ext cx="3195828" cy="370332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9892" y="3182112"/>
            <a:ext cx="3104388" cy="3154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777240" y="3525012"/>
            <a:ext cx="1917497" cy="370332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3552444"/>
            <a:ext cx="1826057" cy="3154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描述报告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2694737" y="3525012"/>
            <a:ext cx="5539435" cy="370332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0457" y="3552444"/>
            <a:ext cx="5447995" cy="3154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LSP/ctags 符号解析 + MCP 只读工具 + 自底向上构树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8234172" y="3525012"/>
            <a:ext cx="3195828" cy="370332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9892" y="3552444"/>
            <a:ext cx="3104388" cy="3154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分层 HTML 结构化描述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777240" y="3895344"/>
            <a:ext cx="1917497" cy="37033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3922776"/>
            <a:ext cx="1826057" cy="3154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查重比对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2694737" y="3895344"/>
            <a:ext cx="5539435" cy="37033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0457" y="3922776"/>
            <a:ext cx="5447995" cy="3154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L0 文件指纹 + L1 SimHash + L2 向量 + L3 分段 + L4 精确 + L5 复核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8234172" y="3895344"/>
            <a:ext cx="3195828" cy="37033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79892" y="3922776"/>
            <a:ext cx="3104388" cy="3154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语义查重对比报告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777240" y="4265676"/>
            <a:ext cx="1917497" cy="370332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4293108"/>
            <a:ext cx="1826057" cy="3154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检测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2694737" y="4265676"/>
            <a:ext cx="5539435" cy="370332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0457" y="4293108"/>
            <a:ext cx="5447995" cy="3154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StarCoder2-3B 打分；log-rank 主信号；NPR 灰区补判</a:t>
            </a:r>
            <a:endParaRPr lang="en-US" sz="1040" dirty="0"/>
          </a:p>
        </p:txBody>
      </p:sp>
      <p:sp>
        <p:nvSpPr>
          <p:cNvPr id="49" name="Shape 47"/>
          <p:cNvSpPr/>
          <p:nvPr/>
        </p:nvSpPr>
        <p:spPr>
          <a:xfrm>
            <a:off x="8234172" y="4265676"/>
            <a:ext cx="3195828" cy="370332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79892" y="4293108"/>
            <a:ext cx="3104388" cy="3154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疑似 AI 代码信号与待复核清单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822960" y="507492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7552" y="540410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2563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7552" y="5166360"/>
            <a:ext cx="29626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抗幻觉约束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87552" y="5550408"/>
            <a:ext cx="2962656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按需读取、不整库塞入上下文；报告行号回源后置校验；MCP 探索步数预算 max_steps=30。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4434840" y="507492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99432" y="540410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0F766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99432" y="5166360"/>
            <a:ext cx="29626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精度约束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599432" y="5550408"/>
            <a:ext cx="2962656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多层漏斗先召回再验证；精确行级比对；LLM 三票多数复核，避免单次判断随机性。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8046720" y="5074920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11312" y="540410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B4530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11312" y="5166360"/>
            <a:ext cx="29626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成本约束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211312" y="5550408"/>
            <a:ext cx="2962656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免训练检测；仅对灰区函数扰动；向量库可由 Qdrant 降级为 FAISS。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系统架构设计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系统总体架构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85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64373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功能挑战赛道 · oskernel-agent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1360" y="64373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5/16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080760" y="1417320"/>
            <a:ext cx="-3429000" cy="91440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2563A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0760" y="1417320"/>
            <a:ext cx="0" cy="91440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80760" y="1417320"/>
            <a:ext cx="3429000" cy="91440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51760" y="3063240"/>
            <a:ext cx="3429000" cy="96012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80760" y="3063240"/>
            <a:ext cx="0" cy="96012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509760" y="3063240"/>
            <a:ext cx="-3429000" cy="96012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74920" y="114300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1197864"/>
            <a:ext cx="1865376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作品仓库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" y="2331720"/>
            <a:ext cx="3108960" cy="713232"/>
          </a:xfrm>
          <a:prstGeom prst="roundRect">
            <a:avLst>
              <a:gd name="adj" fmla="val 7692"/>
            </a:avLst>
          </a:prstGeom>
          <a:solidFill>
            <a:srgbClr val="F8FBFF"/>
          </a:solidFill>
          <a:ln w="13970">
            <a:solidFill>
              <a:srgbClr val="256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2386584"/>
            <a:ext cx="2962656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描述链路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符号解析 / MCP / 构树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526280" y="2331720"/>
            <a:ext cx="3108960" cy="713232"/>
          </a:xfrm>
          <a:prstGeom prst="roundRect">
            <a:avLst>
              <a:gd name="adj" fmla="val 7692"/>
            </a:avLst>
          </a:prstGeom>
          <a:solidFill>
            <a:srgbClr val="F7FFFC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2386584"/>
            <a:ext cx="2962656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查重链路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归一化 / 召回 / 比对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955280" y="2331720"/>
            <a:ext cx="3108960" cy="713232"/>
          </a:xfrm>
          <a:prstGeom prst="roundRect">
            <a:avLst>
              <a:gd name="adj" fmla="val 7692"/>
            </a:avLst>
          </a:prstGeom>
          <a:solidFill>
            <a:srgbClr val="FFF8E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28432" y="2386584"/>
            <a:ext cx="2962656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检测旁路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log-rank / NPR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4160520" y="4069080"/>
            <a:ext cx="38862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33672" y="4123944"/>
            <a:ext cx="3739896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共享数据底座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FunctionRecord · Evidence · SuspectPair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143000" y="5257800"/>
            <a:ext cx="29718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2563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16152" y="5312664"/>
            <a:ext cx="2825496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分层 HTML 描述报告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617720" y="5257800"/>
            <a:ext cx="29718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5312664"/>
            <a:ext cx="2825496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语义查重对比报告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8092440" y="5257800"/>
            <a:ext cx="29718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65592" y="5312664"/>
            <a:ext cx="2825496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待复核清单 / AI 信号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080760" y="4800600"/>
            <a:ext cx="-3429000" cy="429768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080760" y="4800600"/>
            <a:ext cx="0" cy="429768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080760" y="4800600"/>
            <a:ext cx="3429000" cy="429768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005840" y="6099048"/>
            <a:ext cx="10241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分层原则：OpenCode 承载通用智能体能力；领域专用层承载查重算法、符号解析、AI 检测与抗幻觉报告生成。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核心功能与代码实现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核心功能模块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85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64373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功能挑战赛道 · oskernel-agent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1360" y="64373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6/16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1933956" cy="41148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44752"/>
            <a:ext cx="1842516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2711196" y="1417320"/>
            <a:ext cx="4942332" cy="41148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56916" y="1444752"/>
            <a:ext cx="4850892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关键能力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653528" y="1417320"/>
            <a:ext cx="3867912" cy="41148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99248" y="1444752"/>
            <a:ext cx="3776472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代码依据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77240" y="1828800"/>
            <a:ext cx="1933956" cy="41148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1856232"/>
            <a:ext cx="1842516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描述报告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2711196" y="1828800"/>
            <a:ext cx="4942332" cy="41148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56916" y="1856232"/>
            <a:ext cx="4850892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仓库定位、文件归类、符号索引、SUBSYS 并发理解、VERDICT 渲染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653528" y="1828800"/>
            <a:ext cx="3867912" cy="41148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9248" y="1856232"/>
            <a:ext cx="3776472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src/oskernel_agent/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77240" y="2240280"/>
            <a:ext cx="1933956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267712"/>
            <a:ext cx="1842516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查重引擎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2711196" y="2240280"/>
            <a:ext cx="4942332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56916" y="2267712"/>
            <a:ext cx="4850892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normalize、simhash、embed、segment、exact、review、metadata、pipeline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653528" y="2240280"/>
            <a:ext cx="3867912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9248" y="2267712"/>
            <a:ext cx="3776472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src/ + pipeline/steps.py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77240" y="2651760"/>
            <a:ext cx="1933956" cy="41148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679192"/>
            <a:ext cx="1842516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检测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2711196" y="2651760"/>
            <a:ext cx="4942332" cy="41148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56916" y="2679192"/>
            <a:ext cx="4850892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桥接解析、StarCoder2-3B 打分、log-rank/NPR 两阶段、报告集成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7653528" y="2651760"/>
            <a:ext cx="3867912" cy="41148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2679192"/>
            <a:ext cx="3776472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src/ai_detect/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77240" y="3063240"/>
            <a:ext cx="1933956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090672"/>
            <a:ext cx="1842516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质量机制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2711196" y="3063240"/>
            <a:ext cx="4942332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56916" y="3090672"/>
            <a:ext cx="4850892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行号回源校验、步数预算、幻觉扩展守卫、断点续跑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7653528" y="3063240"/>
            <a:ext cx="3867912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99248" y="3090672"/>
            <a:ext cx="3776472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report/postcheck.py 等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868680" y="4069080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2563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1832" y="4123944"/>
            <a:ext cx="218541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多语言解析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rust-analyzer / clangd / ctags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547872" y="4069080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21024" y="4123944"/>
            <a:ext cx="218541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语义召回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CodeT5+ + Qdrant/FAISS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36208" y="4069080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4123944"/>
            <a:ext cx="218541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精准验证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行级匹配 + 分段覆盖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915400" y="4069080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88552" y="4123944"/>
            <a:ext cx="218541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模型复核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DeepSeek + 三票多数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00400" y="4407408"/>
            <a:ext cx="347472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879592" y="4407408"/>
            <a:ext cx="356616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567928" y="4407408"/>
            <a:ext cx="347472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68680" y="5349240"/>
            <a:ext cx="47548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3272" y="567842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2563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33272" y="5440680"/>
            <a:ext cx="442569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已实现边界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033272" y="5824728"/>
            <a:ext cx="4425696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三条核心链路均有代码依据；AI 检测在无 GPU/模型时不强行失败，而是在报告中说明跳过。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989320" y="5349240"/>
            <a:ext cx="5257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53912" y="567842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B4530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53912" y="5440680"/>
            <a:ext cx="49286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待确认边界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153912" y="5824728"/>
            <a:ext cx="4928616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历史库“约 200 仓 / 22 万函数”为设计目标，当前配置收录 167 仓，实际建库规模需确认。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代码实现依据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关键代码实现与仓库结构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85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64373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功能挑战赛道 · oskernel-agent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1360" y="64373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7/16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4754880" cy="4206240"/>
          </a:xfrm>
          <a:prstGeom prst="roundRect">
            <a:avLst>
              <a:gd name="adj" fmla="val 1087"/>
            </a:avLst>
          </a:prstGeom>
          <a:solidFill>
            <a:srgbClr val="FBFCF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627632"/>
            <a:ext cx="23774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仓库核心目录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057400"/>
            <a:ext cx="425196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README.md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agent.py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config/、config.toml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src/oskernel_agent/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src/normalize、simhash、embed、segment、exact/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src/review、metadata、report、pipeline/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src/ai_detect/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tests/、scripts/、tools/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989320" y="1417320"/>
            <a:ext cx="5394960" cy="4206240"/>
          </a:xfrm>
          <a:prstGeom prst="roundRect">
            <a:avLst>
              <a:gd name="adj" fmla="val 1087"/>
            </a:avLst>
          </a:prstGeom>
          <a:solidFill>
            <a:srgbClr val="FBFCF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627632"/>
            <a:ext cx="2560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典型运行入口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2057400"/>
            <a:ext cx="470916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# 描述报告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oskernel-agent --repo-path &lt;kernel_repo&gt;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# 历史库构建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python -m src.buildlib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# 查重流水线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python -m src.pipeline --repo &lt;repo&gt;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# AI 检测独立运行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python -m src.ai_detect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5897880"/>
            <a:ext cx="10332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说明：代码仓库本轮未能通过联网直接检出，目录与命令以技术文档、README 与仓库结构说明为依据。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运行环境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运行环境与部署流程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85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64373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功能挑战赛道 · oskernel-agent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1360" y="64373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8/16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49808" y="1417320"/>
            <a:ext cx="1488186" cy="431074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444752"/>
            <a:ext cx="1396746" cy="3762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2237994" y="1417320"/>
            <a:ext cx="2763774" cy="431074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3714" y="1444752"/>
            <a:ext cx="2672334" cy="3762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749808" y="1848394"/>
            <a:ext cx="1488186" cy="431074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1875826"/>
            <a:ext cx="1396746" cy="3762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CPU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2237994" y="1848394"/>
            <a:ext cx="2763774" cy="431074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3714" y="1875826"/>
            <a:ext cx="2672334" cy="3762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Intel Core i7-14650HX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749808" y="2279469"/>
            <a:ext cx="1488186" cy="43107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2306901"/>
            <a:ext cx="1396746" cy="3762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GPU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2237994" y="2279469"/>
            <a:ext cx="2763774" cy="43107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3714" y="2306901"/>
            <a:ext cx="2672334" cy="3762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NVIDIA GeForce RTX 4060 Laptop，8GB 显存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749808" y="2710543"/>
            <a:ext cx="1488186" cy="431074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2737975"/>
            <a:ext cx="1396746" cy="3762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内存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2237994" y="2710543"/>
            <a:ext cx="2763774" cy="431074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3714" y="2737975"/>
            <a:ext cx="2672334" cy="3762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 GB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749808" y="3141617"/>
            <a:ext cx="1488186" cy="43107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3169049"/>
            <a:ext cx="1396746" cy="3762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系统与运行时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2237994" y="3141617"/>
            <a:ext cx="2763774" cy="43107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3714" y="3169049"/>
            <a:ext cx="2672334" cy="3762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Linux；Python 3.12；Node.js &gt;= 18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749808" y="3572691"/>
            <a:ext cx="1488186" cy="431074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" y="3600123"/>
            <a:ext cx="1396746" cy="3762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向量库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2237994" y="3572691"/>
            <a:ext cx="2763774" cy="431074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3714" y="3600123"/>
            <a:ext cx="2672334" cy="3762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Qdrant；无 Docker 时可降级为 FAISS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749808" y="4003766"/>
            <a:ext cx="1488186" cy="43107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" y="4031198"/>
            <a:ext cx="1396746" cy="3762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检测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2237994" y="4003766"/>
            <a:ext cx="2763774" cy="43107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3714" y="4031198"/>
            <a:ext cx="2672334" cy="3762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StarCoder2-3B bf16，显存约 6GB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6217920" y="1810512"/>
            <a:ext cx="27432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532120" y="155448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2563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05272" y="1609344"/>
            <a:ext cx="676656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安装依赖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7178040" y="1810512"/>
            <a:ext cx="27432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492240" y="155448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2563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1609344"/>
            <a:ext cx="676656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配置密钥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8138160" y="1810512"/>
            <a:ext cx="27432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452360" y="155448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25512" y="1609344"/>
            <a:ext cx="676656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启动向量库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9098280" y="1810512"/>
            <a:ext cx="27432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412480" y="155448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85632" y="1609344"/>
            <a:ext cx="676656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构建历史库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10058400" y="1810512"/>
            <a:ext cx="27432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372600" y="155448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45752" y="1609344"/>
            <a:ext cx="676656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运行分析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10332720" y="155448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405872" y="1609344"/>
            <a:ext cx="676656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生成报告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5532120" y="2514600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96712" y="284378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2563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96712" y="2606040"/>
            <a:ext cx="51572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部署注意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696712" y="2990088"/>
            <a:ext cx="5157216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LLM/API 密钥由环境变量提供，不写入仓库；向量库、GPU 打分模型、LSP 解析器均设计降级路径。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5532120" y="3703320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96712" y="403250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0F76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96712" y="3794760"/>
            <a:ext cx="51572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兼容说明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696712" y="4178808"/>
            <a:ext cx="5157216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Linux 与 Windows 均提供方案；Windows 可通过导出 compile_commands.json 替代 Linux 的 bear。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5532120" y="4892040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696712" y="522122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B4530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96712" y="4983480"/>
            <a:ext cx="51572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受限环境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696712" y="5367528"/>
            <a:ext cx="5157216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 GPU 或未下载模型权重时，AI 检测步骤优雅跳过，并在报告中给出说明。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任务推进与完成情况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开发计划与进度安排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85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64373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功能挑战赛道 · oskernel-agent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1360" y="64373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9/16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14400" y="2788920"/>
            <a:ext cx="1033272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670048"/>
            <a:ext cx="237744" cy="237744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30552"/>
            <a:ext cx="1005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2026-04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063240"/>
            <a:ext cx="141732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奠基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符号解析与调用链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3749040" y="2670048"/>
            <a:ext cx="237744" cy="23774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130552"/>
            <a:ext cx="1005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2026-05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54680" y="3063240"/>
            <a:ext cx="141732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查重引擎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多层漏斗与一键建库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400800" y="2670048"/>
            <a:ext cx="237744" cy="23774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130552"/>
            <a:ext cx="1005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2026-06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6440" y="3063240"/>
            <a:ext cx="141732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检测与评测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抗幻觉与性能调优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9144000" y="2670048"/>
            <a:ext cx="237744" cy="23774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2130552"/>
            <a:ext cx="10058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赛后计划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9640" y="3063240"/>
            <a:ext cx="141732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量化测试</a:t>
            </a:r>
            <a:endParaRPr lang="en-US" sz="970" dirty="0"/>
          </a:p>
          <a:p>
            <a:pPr algn="ctr" indent="0" marL="0">
              <a:buNone/>
            </a:pPr>
            <a:r>
              <a:rPr lang="en-US" sz="97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模型替换与历史库扩展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868680" y="4343400"/>
            <a:ext cx="2606040" cy="265176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70832"/>
            <a:ext cx="25146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0" y="4343400"/>
            <a:ext cx="7818120" cy="265176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4370832"/>
            <a:ext cx="77266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68680" y="4608576"/>
            <a:ext cx="2606040" cy="265176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636008"/>
            <a:ext cx="25146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阶段一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0" y="4608576"/>
            <a:ext cx="7818120" cy="265176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4636008"/>
            <a:ext cx="77266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可对单个内核仓库产出初步结构化描述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4873752"/>
            <a:ext cx="2606040" cy="265176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901184"/>
            <a:ext cx="25146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阶段二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74720" y="4873752"/>
            <a:ext cx="7818120" cy="265176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4901184"/>
            <a:ext cx="77266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可建立历史库并产出查重对比报告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68680" y="5138928"/>
            <a:ext cx="2606040" cy="265176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166360"/>
            <a:ext cx="25146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阶段三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474720" y="5138928"/>
            <a:ext cx="7818120" cy="265176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0440" y="5166360"/>
            <a:ext cx="77266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查准率 1.0、查全率 0.975；整库嵌入显著提速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68680" y="5404104"/>
            <a:ext cx="2606040" cy="265176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5431536"/>
            <a:ext cx="25146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474720" y="5404104"/>
            <a:ext cx="7818120" cy="265176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0440" y="5431536"/>
            <a:ext cx="77266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补齐描述链路量化、扩充历史库与基线库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68680" y="1417320"/>
            <a:ext cx="104241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提交历史概况：2026-04-19 首次提交至 2026-06-30，约 120 次提交，呈现“奠基 - 构建 - 集成收尾”的节奏。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团队协作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团队分工与协作方式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85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64373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功能挑战赛道 · oskernel-agent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1360" y="64373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10/16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1325880"/>
            <a:ext cx="2708910" cy="39624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53312"/>
            <a:ext cx="2617470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 / 职责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3394710" y="1325880"/>
            <a:ext cx="1625346" cy="39624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0430" y="1353312"/>
            <a:ext cx="1533906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负责人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020056" y="1325880"/>
            <a:ext cx="6501384" cy="39624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65776" y="1353312"/>
            <a:ext cx="6409944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主要工作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85800" y="1722120"/>
            <a:ext cx="2708910" cy="3962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1749552"/>
            <a:ext cx="2617470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项目负责人与总体架构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3394710" y="1722120"/>
            <a:ext cx="1625346" cy="3962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0430" y="1749552"/>
            <a:ext cx="1533906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牛一强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5020056" y="1722120"/>
            <a:ext cx="6501384" cy="3962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65776" y="1749552"/>
            <a:ext cx="6409944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技术选型、架构设计、进度统筹、降级策略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685800" y="2118360"/>
            <a:ext cx="2708910" cy="3962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145792"/>
            <a:ext cx="2617470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描述链路与符号解析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394710" y="2118360"/>
            <a:ext cx="1625346" cy="3962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0430" y="2145792"/>
            <a:ext cx="1533906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牛一强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5020056" y="2118360"/>
            <a:ext cx="6501384" cy="3962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65776" y="2145792"/>
            <a:ext cx="6409944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oskernel_agent、MCP 工具、A/B/C 引擎、自底向上构树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685800" y="2514600"/>
            <a:ext cx="2708910" cy="3962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2542032"/>
            <a:ext cx="2617470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查重引擎与历史库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3394710" y="2514600"/>
            <a:ext cx="1625346" cy="3962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0430" y="2542032"/>
            <a:ext cx="1533906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王佳鑫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5020056" y="2514600"/>
            <a:ext cx="6501384" cy="3962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65776" y="2542032"/>
            <a:ext cx="6409944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归一化、SimHash、向量召回、分段、精确比对、repos.yaml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85800" y="2910840"/>
            <a:ext cx="2708910" cy="3962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2938272"/>
            <a:ext cx="2617470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检测与测试评测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3394710" y="2910840"/>
            <a:ext cx="1625346" cy="3962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40430" y="2938272"/>
            <a:ext cx="1533906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王一凡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5020056" y="2910840"/>
            <a:ext cx="6501384" cy="3962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65776" y="2938272"/>
            <a:ext cx="6409944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ai_detect、阈值标定、DetectCodeGPT 集成、pytest 与 CI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685800" y="3307080"/>
            <a:ext cx="2708910" cy="3962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3334512"/>
            <a:ext cx="2617470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文档与汇报材料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3394710" y="3307080"/>
            <a:ext cx="1625346" cy="3962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40430" y="3334512"/>
            <a:ext cx="1533906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全体成员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5020056" y="3307080"/>
            <a:ext cx="6501384" cy="3962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65776" y="3334512"/>
            <a:ext cx="6409944" cy="341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技术文档、进展汇报 PPT、演示视频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731520" y="4224528"/>
            <a:ext cx="3246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6112" y="4553712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2563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6112" y="4315968"/>
            <a:ext cx="291693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协作方式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96112" y="4700016"/>
            <a:ext cx="291693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以代码仓库为中心，通过分支、提交、评测脚本与单元测试推进开发；交接材料沉淀在 handoff.md 等文件。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434840" y="4224528"/>
            <a:ext cx="3246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99432" y="4553712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0F76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9432" y="4315968"/>
            <a:ext cx="291693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版本管理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599432" y="4700016"/>
            <a:ext cx="291693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CLAUDE.md 约定文档目录、提交信息与协作规范，保证过程可追溯。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138160" y="4224528"/>
            <a:ext cx="3246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02752" y="4553712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B4530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02752" y="4315968"/>
            <a:ext cx="291693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待确认项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302752" y="4700016"/>
            <a:ext cx="291693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团队成员与最终模块角色对应关系需在正式提交前再次确认。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868680" y="5806440"/>
            <a:ext cx="103327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提交占比按文档记录约为 47% / 33% / 19%，此处仅作协作过程参考，不作为贡献评价唯一依据。</a:t>
            </a:r>
            <a:endParaRPr lang="en-US" sz="9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系统测试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测试方案与测试结果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85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64373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功能挑战赛道 · oskernel-agent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1360" y="64373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11/16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77240" y="1325880"/>
            <a:ext cx="22402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26464"/>
            <a:ext cx="1965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Precision 查准率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1709928"/>
            <a:ext cx="19659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2148840"/>
            <a:ext cx="196596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假正例 1 -&gt; 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37560" y="1325880"/>
            <a:ext cx="22402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426464"/>
            <a:ext cx="1965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Recall 查全率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0" y="1709928"/>
            <a:ext cx="19659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0.975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74720" y="2148840"/>
            <a:ext cx="196596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正样本 200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97880" y="1325880"/>
            <a:ext cx="22402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426464"/>
            <a:ext cx="1965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整库嵌入耗时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35040" y="1709928"/>
            <a:ext cx="19659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6.41 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35040" y="2148840"/>
            <a:ext cx="196596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 187.44 s -&gt; 6.41 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458200" y="1325880"/>
            <a:ext cx="22402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1426464"/>
            <a:ext cx="1965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单次流水线耗时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95360" y="1709928"/>
            <a:ext cx="19659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0.66 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595360" y="2148840"/>
            <a:ext cx="196596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 0.83 s -&gt; 0.66 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2960" y="2971800"/>
            <a:ext cx="1506017" cy="35052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2999232"/>
            <a:ext cx="1414577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类别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28977" y="2971800"/>
            <a:ext cx="780898" cy="35052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4697" y="299923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样本数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09874" y="2971800"/>
            <a:ext cx="780898" cy="35052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5594" y="299923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90772" y="2971800"/>
            <a:ext cx="780898" cy="35052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6492" y="299923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71670" y="2971800"/>
            <a:ext cx="836676" cy="35052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7390" y="2999232"/>
            <a:ext cx="745236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级联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08346" y="2971800"/>
            <a:ext cx="892454" cy="35052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54066" y="2999232"/>
            <a:ext cx="801014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22960" y="3322320"/>
            <a:ext cx="1506017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3349752"/>
            <a:ext cx="1414577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原样复制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328977" y="3322320"/>
            <a:ext cx="780898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74697" y="334975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109874" y="3322320"/>
            <a:ext cx="780898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5594" y="334975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90772" y="3322320"/>
            <a:ext cx="780898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6492" y="334975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71670" y="3322320"/>
            <a:ext cx="836676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7390" y="3349752"/>
            <a:ext cx="745236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508346" y="3322320"/>
            <a:ext cx="892454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54066" y="3349752"/>
            <a:ext cx="801014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22960" y="3672840"/>
            <a:ext cx="1506017" cy="35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" y="3700272"/>
            <a:ext cx="1414577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T2 系统性改名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328977" y="3672840"/>
            <a:ext cx="780898" cy="35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374697" y="370027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109874" y="3672840"/>
            <a:ext cx="780898" cy="35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55594" y="370027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0.44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890772" y="3672840"/>
            <a:ext cx="780898" cy="35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36492" y="370027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71670" y="3672840"/>
            <a:ext cx="836676" cy="35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7390" y="3700272"/>
            <a:ext cx="745236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508346" y="3672840"/>
            <a:ext cx="892454" cy="35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54066" y="3700272"/>
            <a:ext cx="801014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22960" y="4023360"/>
            <a:ext cx="1506017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8680" y="4050792"/>
            <a:ext cx="1414577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T3 增删语句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328977" y="4023360"/>
            <a:ext cx="780898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74697" y="405079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109874" y="4023360"/>
            <a:ext cx="780898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55594" y="405079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0.76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890772" y="4023360"/>
            <a:ext cx="780898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36492" y="405079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671670" y="4023360"/>
            <a:ext cx="836676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17390" y="4050792"/>
            <a:ext cx="745236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508346" y="4023360"/>
            <a:ext cx="892454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54066" y="4050792"/>
            <a:ext cx="801014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0.90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22960" y="4373880"/>
            <a:ext cx="1506017" cy="35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68680" y="4401312"/>
            <a:ext cx="1414577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T4 结构重写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328977" y="4373880"/>
            <a:ext cx="780898" cy="35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74697" y="440131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109874" y="4373880"/>
            <a:ext cx="780898" cy="35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155594" y="440131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0.44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890772" y="4373880"/>
            <a:ext cx="780898" cy="35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36492" y="440131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0.98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671670" y="4373880"/>
            <a:ext cx="836676" cy="35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17390" y="4401312"/>
            <a:ext cx="745236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508346" y="4373880"/>
            <a:ext cx="892454" cy="35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554066" y="4401312"/>
            <a:ext cx="801014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822960" y="4724400"/>
            <a:ext cx="1506017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68680" y="4751832"/>
            <a:ext cx="1414577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负样本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328977" y="4724400"/>
            <a:ext cx="780898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374697" y="475183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109874" y="4724400"/>
            <a:ext cx="780898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155594" y="475183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890772" y="4724400"/>
            <a:ext cx="780898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936492" y="4751832"/>
            <a:ext cx="6894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671670" y="4724400"/>
            <a:ext cx="836676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17390" y="4751832"/>
            <a:ext cx="745236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5508346" y="4724400"/>
            <a:ext cx="892454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554066" y="4751832"/>
            <a:ext cx="801014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6720840" y="2971800"/>
            <a:ext cx="1216152" cy="52578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66560" y="2999232"/>
            <a:ext cx="1124712" cy="4709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覆盖范围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7936992" y="2971800"/>
            <a:ext cx="3127248" cy="52578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982712" y="2999232"/>
            <a:ext cx="3035808" cy="4709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720840" y="3497580"/>
            <a:ext cx="1216152" cy="52578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766560" y="3525012"/>
            <a:ext cx="1124712" cy="4709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pytest 模块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7936992" y="3497580"/>
            <a:ext cx="3127248" cy="52578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982712" y="3525012"/>
            <a:ext cx="3035808" cy="4709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tests/ 下 14 个模块，覆盖 normalize、simhash、embed、segment、exact、review、metadata、ai_detect 等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6720840" y="4023360"/>
            <a:ext cx="1216152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766560" y="4050792"/>
            <a:ext cx="1124712" cy="4709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评测方式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7936992" y="4023360"/>
            <a:ext cx="3127248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982712" y="4050792"/>
            <a:ext cx="3035808" cy="4709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四类已知克隆 T1-T4 各 50，负样本 200，统计查准率/查全率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6720840" y="4549140"/>
            <a:ext cx="1216152" cy="52578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766560" y="4576572"/>
            <a:ext cx="1124712" cy="4709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待补充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7936992" y="4549140"/>
            <a:ext cx="3127248" cy="52578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982712" y="4576572"/>
            <a:ext cx="3035808" cy="4709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描述链路端到端时延与 token 成本；系统化接口与跨平台兼容性测试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868680" y="5870448"/>
            <a:ext cx="10332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说明：测试数据来源为仓库内置评测记录；本轮未重新执行全部用例。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综合分析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功能、性能与创新性分析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85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64373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功能挑战赛道 · oskernel-agent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1360" y="64373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12/16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33375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174650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508760"/>
            <a:ext cx="300837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功能覆盖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1832" y="1892808"/>
            <a:ext cx="3008376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描述链路输出结构化理解；查重链路输出语义对比；AI 检测提供原创性信号并入报告。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1417320"/>
            <a:ext cx="33375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9432" y="174650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1508760"/>
            <a:ext cx="300837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性能依据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9432" y="1892808"/>
            <a:ext cx="3008376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可验证指标集中在查重链路：嵌入批大小 16 -&gt; 64 后，整库嵌入从约 187.44 s 降至 6.41 s。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2440" y="1417320"/>
            <a:ext cx="33375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57032" y="174650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7032" y="1508760"/>
            <a:ext cx="300837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创新性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57032" y="1892808"/>
            <a:ext cx="3008376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三链路同仓协同、多层语义漏斗、行号回源抗幻觉、基线公共代码扣除、免训练两阶段检测。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8680" y="32461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2563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3300984"/>
            <a:ext cx="1499616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AST 归一化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14600" y="3511296"/>
            <a:ext cx="45720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971800" y="32461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4952" y="3300984"/>
            <a:ext cx="1499616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向量召回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3511296"/>
            <a:ext cx="45720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74920" y="32461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48072" y="3300984"/>
            <a:ext cx="1499616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分段验证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0840" y="3511296"/>
            <a:ext cx="45720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78040" y="32461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51192" y="3300984"/>
            <a:ext cx="1499616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精确比对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23960" y="3511296"/>
            <a:ext cx="45720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281160" y="32461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54312" y="3300984"/>
            <a:ext cx="1499616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复核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" y="4572000"/>
            <a:ext cx="2313432" cy="33147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4599432"/>
            <a:ext cx="2221992" cy="2766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分析维度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36392" y="4572000"/>
            <a:ext cx="4732020" cy="33147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82112" y="4599432"/>
            <a:ext cx="4640580" cy="2766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已验证结论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68412" y="4572000"/>
            <a:ext cx="3470148" cy="33147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14132" y="4599432"/>
            <a:ext cx="3378708" cy="2766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边界说明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" y="4903470"/>
            <a:ext cx="2313432" cy="33147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4930902"/>
            <a:ext cx="2221992" cy="2766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召回鲁棒性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136392" y="4903470"/>
            <a:ext cx="4732020" cy="33147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82112" y="4930902"/>
            <a:ext cx="4640580" cy="2766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T2 改名、T4 重写依赖 L2 向量层提升召回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868412" y="4903470"/>
            <a:ext cx="3470148" cy="33147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14132" y="4930902"/>
            <a:ext cx="3378708" cy="2766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基于合成评测样本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22960" y="5234940"/>
            <a:ext cx="2313432" cy="33147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" y="5262372"/>
            <a:ext cx="2221992" cy="2766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误报控制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136392" y="5234940"/>
            <a:ext cx="4732020" cy="33147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82112" y="5262372"/>
            <a:ext cx="4640580" cy="2766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基线公共代码扣除后假正例降至 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868412" y="5234940"/>
            <a:ext cx="3470148" cy="33147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14132" y="5262372"/>
            <a:ext cx="3378708" cy="2766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需持续扩充基线库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22960" y="5566410"/>
            <a:ext cx="2313432" cy="33147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" y="5593842"/>
            <a:ext cx="2221992" cy="2766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抗幻觉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136392" y="5566410"/>
            <a:ext cx="4732020" cy="33147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82112" y="5593842"/>
            <a:ext cx="4640580" cy="2766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行号回源校验与步数预算已实现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868412" y="5566410"/>
            <a:ext cx="3470148" cy="33147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14132" y="5593842"/>
            <a:ext cx="3378708" cy="2766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仍需描述链路量化测试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同类项目对比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同类项目 / 同类系统对比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85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64373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功能挑战赛道 · oskernel-agent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1360" y="64373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13/16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94360" y="1325880"/>
            <a:ext cx="1548994" cy="51054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53312"/>
            <a:ext cx="1457554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维度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2143354" y="1325880"/>
            <a:ext cx="2212848" cy="51054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89074" y="1353312"/>
            <a:ext cx="2121408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MOSS / JPlag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4356202" y="1325880"/>
            <a:ext cx="2102206" cy="51054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1922" y="1353312"/>
            <a:ext cx="2010766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DetectGPT 类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6458407" y="1325880"/>
            <a:ext cx="2434133" cy="51054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4127" y="1353312"/>
            <a:ext cx="2342693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直接整库喂入 LLM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8892540" y="1325880"/>
            <a:ext cx="2766060" cy="51054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38260" y="1353312"/>
            <a:ext cx="2674620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本项目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594360" y="1836420"/>
            <a:ext cx="1548994" cy="5105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1863852"/>
            <a:ext cx="1457554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主要对象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2143354" y="1836420"/>
            <a:ext cx="2212848" cy="5105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9074" y="1863852"/>
            <a:ext cx="2121408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 token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4356202" y="1836420"/>
            <a:ext cx="2102206" cy="5105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1922" y="1863852"/>
            <a:ext cx="2010766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自然语言文本为主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6458407" y="1836420"/>
            <a:ext cx="2434133" cy="5105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4127" y="1863852"/>
            <a:ext cx="2342693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源代码文本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8892540" y="1836420"/>
            <a:ext cx="2766060" cy="5105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38260" y="1863852"/>
            <a:ext cx="2674620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函数级 C/Rust 内核源码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594360" y="2346960"/>
            <a:ext cx="1548994" cy="5105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374392"/>
            <a:ext cx="1457554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语义鲁棒性</a:t>
            </a:r>
            <a:endParaRPr lang="en-US" sz="890" dirty="0"/>
          </a:p>
        </p:txBody>
      </p:sp>
      <p:sp>
        <p:nvSpPr>
          <p:cNvPr id="32" name="Shape 30"/>
          <p:cNvSpPr/>
          <p:nvPr/>
        </p:nvSpPr>
        <p:spPr>
          <a:xfrm>
            <a:off x="2143354" y="2346960"/>
            <a:ext cx="2212848" cy="5105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89074" y="2374392"/>
            <a:ext cx="2121408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改名较鲁棒，重写较弱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4356202" y="2346960"/>
            <a:ext cx="2102206" cy="5105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1922" y="2374392"/>
            <a:ext cx="2010766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不针对代码结构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6458407" y="2346960"/>
            <a:ext cx="2434133" cy="5105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04127" y="2374392"/>
            <a:ext cx="2342693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受上下文限制</a:t>
            </a:r>
            <a:endParaRPr lang="en-US" sz="890" dirty="0"/>
          </a:p>
        </p:txBody>
      </p:sp>
      <p:sp>
        <p:nvSpPr>
          <p:cNvPr id="38" name="Shape 36"/>
          <p:cNvSpPr/>
          <p:nvPr/>
        </p:nvSpPr>
        <p:spPr>
          <a:xfrm>
            <a:off x="8892540" y="2346960"/>
            <a:ext cx="2766060" cy="5105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38260" y="2374392"/>
            <a:ext cx="2674620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AST + 向量 + 分段，覆盖改名与重写</a:t>
            </a:r>
            <a:endParaRPr lang="en-US" sz="890" dirty="0"/>
          </a:p>
        </p:txBody>
      </p:sp>
      <p:sp>
        <p:nvSpPr>
          <p:cNvPr id="40" name="Shape 38"/>
          <p:cNvSpPr/>
          <p:nvPr/>
        </p:nvSpPr>
        <p:spPr>
          <a:xfrm>
            <a:off x="594360" y="2857500"/>
            <a:ext cx="1548994" cy="5105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2884932"/>
            <a:ext cx="1457554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抗幻觉机制</a:t>
            </a:r>
            <a:endParaRPr lang="en-US" sz="890" dirty="0"/>
          </a:p>
        </p:txBody>
      </p:sp>
      <p:sp>
        <p:nvSpPr>
          <p:cNvPr id="42" name="Shape 40"/>
          <p:cNvSpPr/>
          <p:nvPr/>
        </p:nvSpPr>
        <p:spPr>
          <a:xfrm>
            <a:off x="2143354" y="2857500"/>
            <a:ext cx="2212848" cy="5105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89074" y="2884932"/>
            <a:ext cx="2121408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不涉及</a:t>
            </a:r>
            <a:endParaRPr lang="en-US" sz="890" dirty="0"/>
          </a:p>
        </p:txBody>
      </p:sp>
      <p:sp>
        <p:nvSpPr>
          <p:cNvPr id="44" name="Shape 42"/>
          <p:cNvSpPr/>
          <p:nvPr/>
        </p:nvSpPr>
        <p:spPr>
          <a:xfrm>
            <a:off x="4356202" y="2857500"/>
            <a:ext cx="2102206" cy="5105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01922" y="2884932"/>
            <a:ext cx="2010766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不涉及</a:t>
            </a:r>
            <a:endParaRPr lang="en-US" sz="890" dirty="0"/>
          </a:p>
        </p:txBody>
      </p:sp>
      <p:sp>
        <p:nvSpPr>
          <p:cNvPr id="46" name="Shape 44"/>
          <p:cNvSpPr/>
          <p:nvPr/>
        </p:nvSpPr>
        <p:spPr>
          <a:xfrm>
            <a:off x="6458407" y="2857500"/>
            <a:ext cx="2434133" cy="5105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04127" y="2884932"/>
            <a:ext cx="2342693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通常缺失</a:t>
            </a:r>
            <a:endParaRPr lang="en-US" sz="890" dirty="0"/>
          </a:p>
        </p:txBody>
      </p:sp>
      <p:sp>
        <p:nvSpPr>
          <p:cNvPr id="48" name="Shape 46"/>
          <p:cNvSpPr/>
          <p:nvPr/>
        </p:nvSpPr>
        <p:spPr>
          <a:xfrm>
            <a:off x="8892540" y="2857500"/>
            <a:ext cx="2766060" cy="5105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38260" y="2884932"/>
            <a:ext cx="2674620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行号回源 + MCP 守卫 + LLM 复核</a:t>
            </a:r>
            <a:endParaRPr lang="en-US" sz="890" dirty="0"/>
          </a:p>
        </p:txBody>
      </p:sp>
      <p:sp>
        <p:nvSpPr>
          <p:cNvPr id="50" name="Shape 48"/>
          <p:cNvSpPr/>
          <p:nvPr/>
        </p:nvSpPr>
        <p:spPr>
          <a:xfrm>
            <a:off x="594360" y="3368040"/>
            <a:ext cx="1548994" cy="5105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3395472"/>
            <a:ext cx="1457554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交互/产出</a:t>
            </a:r>
            <a:endParaRPr lang="en-US" sz="890" dirty="0"/>
          </a:p>
        </p:txBody>
      </p:sp>
      <p:sp>
        <p:nvSpPr>
          <p:cNvPr id="52" name="Shape 50"/>
          <p:cNvSpPr/>
          <p:nvPr/>
        </p:nvSpPr>
        <p:spPr>
          <a:xfrm>
            <a:off x="2143354" y="3368040"/>
            <a:ext cx="2212848" cy="5105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89074" y="3395472"/>
            <a:ext cx="2121408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相似度/视图</a:t>
            </a:r>
            <a:endParaRPr lang="en-US" sz="890" dirty="0"/>
          </a:p>
        </p:txBody>
      </p:sp>
      <p:sp>
        <p:nvSpPr>
          <p:cNvPr id="54" name="Shape 52"/>
          <p:cNvSpPr/>
          <p:nvPr/>
        </p:nvSpPr>
        <p:spPr>
          <a:xfrm>
            <a:off x="4356202" y="3368040"/>
            <a:ext cx="2102206" cy="5105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01922" y="3395472"/>
            <a:ext cx="2010766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判别分数</a:t>
            </a:r>
            <a:endParaRPr lang="en-US" sz="890" dirty="0"/>
          </a:p>
        </p:txBody>
      </p:sp>
      <p:sp>
        <p:nvSpPr>
          <p:cNvPr id="56" name="Shape 54"/>
          <p:cNvSpPr/>
          <p:nvPr/>
        </p:nvSpPr>
        <p:spPr>
          <a:xfrm>
            <a:off x="6458407" y="3368040"/>
            <a:ext cx="2434133" cy="5105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04127" y="3395472"/>
            <a:ext cx="2342693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自由文本</a:t>
            </a:r>
            <a:endParaRPr lang="en-US" sz="890" dirty="0"/>
          </a:p>
        </p:txBody>
      </p:sp>
      <p:sp>
        <p:nvSpPr>
          <p:cNvPr id="58" name="Shape 56"/>
          <p:cNvSpPr/>
          <p:nvPr/>
        </p:nvSpPr>
        <p:spPr>
          <a:xfrm>
            <a:off x="8892540" y="3368040"/>
            <a:ext cx="2766060" cy="51054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38260" y="3395472"/>
            <a:ext cx="2674620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分层描述报告 + 查重报告</a:t>
            </a:r>
            <a:endParaRPr lang="en-US" sz="890" dirty="0"/>
          </a:p>
        </p:txBody>
      </p:sp>
      <p:sp>
        <p:nvSpPr>
          <p:cNvPr id="60" name="Shape 58"/>
          <p:cNvSpPr/>
          <p:nvPr/>
        </p:nvSpPr>
        <p:spPr>
          <a:xfrm>
            <a:off x="594360" y="3878580"/>
            <a:ext cx="1548994" cy="5105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3906012"/>
            <a:ext cx="1457554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扩展性</a:t>
            </a:r>
            <a:endParaRPr lang="en-US" sz="890" dirty="0"/>
          </a:p>
        </p:txBody>
      </p:sp>
      <p:sp>
        <p:nvSpPr>
          <p:cNvPr id="62" name="Shape 60"/>
          <p:cNvSpPr/>
          <p:nvPr/>
        </p:nvSpPr>
        <p:spPr>
          <a:xfrm>
            <a:off x="2143354" y="3878580"/>
            <a:ext cx="2212848" cy="5105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89074" y="3906012"/>
            <a:ext cx="2121408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规则相对固定</a:t>
            </a:r>
            <a:endParaRPr lang="en-US" sz="890" dirty="0"/>
          </a:p>
        </p:txBody>
      </p:sp>
      <p:sp>
        <p:nvSpPr>
          <p:cNvPr id="64" name="Shape 62"/>
          <p:cNvSpPr/>
          <p:nvPr/>
        </p:nvSpPr>
        <p:spPr>
          <a:xfrm>
            <a:off x="4356202" y="3878580"/>
            <a:ext cx="2102206" cy="5105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01922" y="3906012"/>
            <a:ext cx="2010766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面向文本任务</a:t>
            </a:r>
            <a:endParaRPr lang="en-US" sz="890" dirty="0"/>
          </a:p>
        </p:txBody>
      </p:sp>
      <p:sp>
        <p:nvSpPr>
          <p:cNvPr id="66" name="Shape 64"/>
          <p:cNvSpPr/>
          <p:nvPr/>
        </p:nvSpPr>
        <p:spPr>
          <a:xfrm>
            <a:off x="6458407" y="3878580"/>
            <a:ext cx="2434133" cy="5105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04127" y="3906012"/>
            <a:ext cx="2342693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模型上下文瓶颈</a:t>
            </a:r>
            <a:endParaRPr lang="en-US" sz="890" dirty="0"/>
          </a:p>
        </p:txBody>
      </p:sp>
      <p:sp>
        <p:nvSpPr>
          <p:cNvPr id="68" name="Shape 66"/>
          <p:cNvSpPr/>
          <p:nvPr/>
        </p:nvSpPr>
        <p:spPr>
          <a:xfrm>
            <a:off x="8892540" y="3878580"/>
            <a:ext cx="2766060" cy="51054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938260" y="3906012"/>
            <a:ext cx="2674620" cy="4556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历史库增量、模型可替换</a:t>
            </a:r>
            <a:endParaRPr lang="en-US" sz="890" dirty="0"/>
          </a:p>
        </p:txBody>
      </p:sp>
      <p:sp>
        <p:nvSpPr>
          <p:cNvPr id="70" name="Shape 68"/>
          <p:cNvSpPr/>
          <p:nvPr/>
        </p:nvSpPr>
        <p:spPr>
          <a:xfrm>
            <a:off x="777240" y="4846320"/>
            <a:ext cx="49834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41832" y="517550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2563A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41832" y="4937760"/>
            <a:ext cx="465429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定位不是替代成熟工具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941832" y="5321808"/>
            <a:ext cx="465429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传统查重工具在大规模代码查重场景中成熟稳定；本项目针对内核源码语义比对与抗幻觉评审进行组合工程化。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6263640" y="4846320"/>
            <a:ext cx="49834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428232" y="517550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0F766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28232" y="4937760"/>
            <a:ext cx="465429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核心差异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6428232" y="5321808"/>
            <a:ext cx="465429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不是把整库直接交给 LLM，而是通过只读工具、结构化索引、多层证据与回源校验约束模型输出。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问题与合规说明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问题、解决方法与非团队来源说明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85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64373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功能挑战赛道 · oskernel-agent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1360" y="64373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14/16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40080" y="1298448"/>
            <a:ext cx="1765249" cy="50292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1673809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405329" y="1298448"/>
            <a:ext cx="2288286" cy="50292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1049" y="1325880"/>
            <a:ext cx="2196846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原因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693615" y="1298448"/>
            <a:ext cx="2484425" cy="50292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9335" y="1325880"/>
            <a:ext cx="2392985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解决方法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40080" y="1801368"/>
            <a:ext cx="1765249" cy="5029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1828800"/>
            <a:ext cx="1673809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tree-sitter 依赖冲突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405329" y="1801368"/>
            <a:ext cx="2288286" cy="5029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1049" y="1828800"/>
            <a:ext cx="2196846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上游检测工具依赖旧版本解析器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693615" y="1801368"/>
            <a:ext cx="2484425" cy="5029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9335" y="1828800"/>
            <a:ext cx="2392985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vendor 原样隔离，集成层改用本仓库解析桥接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40080" y="2304288"/>
            <a:ext cx="1765249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331720"/>
            <a:ext cx="1673809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Windows 检出失败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405329" y="2304288"/>
            <a:ext cx="2288286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1049" y="2331720"/>
            <a:ext cx="2196846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历史仓库含非法文件名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693615" y="2304288"/>
            <a:ext cx="2484425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9335" y="2331720"/>
            <a:ext cx="2392985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clone 时 core.protectNTFS=false 容错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40080" y="2807208"/>
            <a:ext cx="1765249" cy="5029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2834640"/>
            <a:ext cx="1673809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检测阈值失配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405329" y="2807208"/>
            <a:ext cx="2288286" cy="5029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1049" y="2834640"/>
            <a:ext cx="2196846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log-rank 阈值依赖模型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693615" y="2807208"/>
            <a:ext cx="2484425" cy="5029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9335" y="2834640"/>
            <a:ext cx="2392985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针对 StarCoder2-3B 重新标定阈值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40080" y="3310128"/>
            <a:ext cx="1765249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337560"/>
            <a:ext cx="1673809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嵌入吞吐瓶颈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2405329" y="3310128"/>
            <a:ext cx="2288286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51049" y="3337560"/>
            <a:ext cx="2196846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batch_size 过小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693615" y="3310128"/>
            <a:ext cx="2484425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9335" y="3337560"/>
            <a:ext cx="2392985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调整为 64，嵌入耗时显著下降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640080" y="3813048"/>
            <a:ext cx="1765249" cy="5029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3840480"/>
            <a:ext cx="1673809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智能体探索空转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2405329" y="3813048"/>
            <a:ext cx="2288286" cy="5029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51049" y="3840480"/>
            <a:ext cx="2196846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失败符号派生变体反复查询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4693615" y="3813048"/>
            <a:ext cx="2484425" cy="5029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9335" y="3840480"/>
            <a:ext cx="2392985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max_steps=30 + 幻觉扩展守卫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7452360" y="1298448"/>
            <a:ext cx="1831086" cy="50292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0" y="1325880"/>
            <a:ext cx="1739646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非本团队来源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9283446" y="1298448"/>
            <a:ext cx="2237994" cy="50292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29166" y="1325880"/>
            <a:ext cx="2146554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团队使用方式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7452360" y="1801368"/>
            <a:ext cx="1831086" cy="5029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0" y="1828800"/>
            <a:ext cx="1739646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9283446" y="1801368"/>
            <a:ext cx="2237994" cy="5029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9166" y="1828800"/>
            <a:ext cx="2146554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智能体宿主；注册自定义 Agent 与 MCP 工具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7452360" y="2304288"/>
            <a:ext cx="1831086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98080" y="2331720"/>
            <a:ext cx="1739646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DeepSeek / CodeT5+ / StarCoder2-3B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9283446" y="2304288"/>
            <a:ext cx="2237994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9166" y="2331720"/>
            <a:ext cx="2146554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第三方模型；用于理解、嵌入与检测打分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7452360" y="2807208"/>
            <a:ext cx="1831086" cy="5029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0" y="2834640"/>
            <a:ext cx="1739646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DetectCodeGPT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9283446" y="2807208"/>
            <a:ext cx="2237994" cy="5029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29166" y="2834640"/>
            <a:ext cx="2146554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vendor 原样保留；仅复用检测链并桥接解析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7452360" y="3310128"/>
            <a:ext cx="1831086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98080" y="3337560"/>
            <a:ext cx="1739646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tree-sitter / clangd / rust-analyzer / Qdrant / FAISS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9283446" y="3310128"/>
            <a:ext cx="2237994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29166" y="3337560"/>
            <a:ext cx="2146554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开源工具与依赖；集成调用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7452360" y="3813048"/>
            <a:ext cx="1831086" cy="5029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98080" y="3840480"/>
            <a:ext cx="1739646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历史决赛作品仓库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9283446" y="3813048"/>
            <a:ext cx="2237994" cy="5029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29166" y="3840480"/>
            <a:ext cx="2146554" cy="448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仅作历史比对库，版权归原作者</a:t>
            </a:r>
            <a:endParaRPr lang="en-US" sz="880" dirty="0"/>
          </a:p>
        </p:txBody>
      </p:sp>
      <p:sp>
        <p:nvSpPr>
          <p:cNvPr id="70" name="Text 68"/>
          <p:cNvSpPr/>
          <p:nvPr/>
        </p:nvSpPr>
        <p:spPr>
          <a:xfrm>
            <a:off x="777240" y="4983480"/>
            <a:ext cx="105156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合规表述：第三方模型、框架、算法、历史作品数据均不得表述为团队原创；正式提交前需核对各开源许可清单。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演示说明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演示视频流程与运行效果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85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64373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功能挑战赛道 · oskernel-agent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1360" y="64373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15/16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984248" y="1755648"/>
            <a:ext cx="256032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141732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472184"/>
            <a:ext cx="1088136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运行环境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11880" y="1755648"/>
            <a:ext cx="256032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13432" y="141732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56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86584" y="1472184"/>
            <a:ext cx="1088136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项目启动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39512" y="1755648"/>
            <a:ext cx="256032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941064" y="141732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14216" y="1472184"/>
            <a:ext cx="1088136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描述链路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67144" y="1755648"/>
            <a:ext cx="256032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68696" y="141732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41848" y="1472184"/>
            <a:ext cx="1088136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比较链路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94776" y="1755648"/>
            <a:ext cx="256032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196328" y="141732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1472184"/>
            <a:ext cx="1088136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检测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122408" y="1755648"/>
            <a:ext cx="256032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23960" y="141732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97112" y="1472184"/>
            <a:ext cx="1088136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测试结果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451592" y="141732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24744" y="1472184"/>
            <a:ext cx="1088136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总结价值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4400" y="2971800"/>
            <a:ext cx="2479853" cy="41148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2999232"/>
            <a:ext cx="2388413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演示节点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3394253" y="2971800"/>
            <a:ext cx="7852867" cy="41148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39973" y="2999232"/>
            <a:ext cx="7761427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对应运行效果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914400" y="3383280"/>
            <a:ext cx="2479853" cy="41148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3410712"/>
            <a:ext cx="2388413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描述报告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3394253" y="3383280"/>
            <a:ext cx="7852867" cy="41148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39973" y="3410712"/>
            <a:ext cx="7761427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生成对人类友好的分层 HTML；关键结论可回源到真实代码行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914400" y="3794760"/>
            <a:ext cx="2479853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3822192"/>
            <a:ext cx="2388413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查重报告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3394253" y="3794760"/>
            <a:ext cx="7852867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39973" y="3822192"/>
            <a:ext cx="7761427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展示候选嫌疑对、匹配片段、基线扣除与 LLM 复核结果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914400" y="4206240"/>
            <a:ext cx="2479853" cy="41148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4233672"/>
            <a:ext cx="2388413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检测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3394253" y="4206240"/>
            <a:ext cx="7852867" cy="41148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39973" y="4233672"/>
            <a:ext cx="7761427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展示待复核清单；受限环境下明确说明跳过原因</a:t>
            </a:r>
            <a:endParaRPr lang="en-US" sz="1030" dirty="0"/>
          </a:p>
        </p:txBody>
      </p:sp>
      <p:sp>
        <p:nvSpPr>
          <p:cNvPr id="46" name="Shape 44"/>
          <p:cNvSpPr/>
          <p:nvPr/>
        </p:nvSpPr>
        <p:spPr>
          <a:xfrm>
            <a:off x="914400" y="4617720"/>
            <a:ext cx="2479853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" y="4645152"/>
            <a:ext cx="2388413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测试说明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3394253" y="4617720"/>
            <a:ext cx="7852867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39973" y="4645152"/>
            <a:ext cx="7761427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展示仓库评测记录中的查准率、查全率、嵌入耗时与流水线耗时</a:t>
            </a:r>
            <a:endParaRPr lang="en-US" sz="1030" dirty="0"/>
          </a:p>
        </p:txBody>
      </p:sp>
      <p:sp>
        <p:nvSpPr>
          <p:cNvPr id="50" name="Text 48"/>
          <p:cNvSpPr/>
          <p:nvPr/>
        </p:nvSpPr>
        <p:spPr>
          <a:xfrm>
            <a:off x="868680" y="5806440"/>
            <a:ext cx="103327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建议视频保持“可复现命令 -&gt; 实际产出 -&gt; 结果解释”的顺序，避免只展示静态截图。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36792"/>
            <a:ext cx="11155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总结与后续计划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85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64373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功能挑战赛道 · oskernel-agent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881360" y="64373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16/16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33375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174650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508760"/>
            <a:ext cx="300837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当前进展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1832" y="1892808"/>
            <a:ext cx="3008376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描述、查重、AI 检测三条核心链路已形成可运行闭环；查重链路已有可复现评测记录。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1417320"/>
            <a:ext cx="33375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9432" y="174650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1508760"/>
            <a:ext cx="300837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提交价值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9432" y="1892808"/>
            <a:ext cx="3008376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系统面向评审场景，强调结构化理解、语义比对、原创性信号与可核查证据。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2440" y="1417320"/>
            <a:ext cx="33375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57032" y="1746504"/>
            <a:ext cx="640080" cy="0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7032" y="1508760"/>
            <a:ext cx="300837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真实性边界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57032" y="1892808"/>
            <a:ext cx="3008376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描述链路量化数据、实际历史库规模、视频截图与许可清单仍需正式提交前补齐。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2971800"/>
            <a:ext cx="3379622" cy="35052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2999232"/>
            <a:ext cx="3288182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后续优化方向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202582" y="2971800"/>
            <a:ext cx="7181698" cy="350520"/>
          </a:xfrm>
          <a:prstGeom prst="rect">
            <a:avLst/>
          </a:prstGeom>
          <a:solidFill>
            <a:srgbClr val="EEF3F8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48302" y="2999232"/>
            <a:ext cx="70902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822960" y="3322320"/>
            <a:ext cx="3379622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349752"/>
            <a:ext cx="3288182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描述链路量化测试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202582" y="3322320"/>
            <a:ext cx="7181698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48302" y="3349752"/>
            <a:ext cx="70902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补齐单仓库分析时延、token 成本与稳定性样本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22960" y="3672840"/>
            <a:ext cx="3379622" cy="35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700272"/>
            <a:ext cx="3288182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模型与阈值替换评估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202582" y="3672840"/>
            <a:ext cx="7181698" cy="35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48302" y="3700272"/>
            <a:ext cx="70902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验证更换嵌入模型/LLM/打分模型后的重标定流程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822960" y="4023360"/>
            <a:ext cx="3379622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050792"/>
            <a:ext cx="3288182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历史库与基线库扩充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4202582" y="4023360"/>
            <a:ext cx="7181698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48302" y="4050792"/>
            <a:ext cx="70902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确认实际建库规模，覆盖更多公共框架变体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822960" y="4373880"/>
            <a:ext cx="3379622" cy="35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4401312"/>
            <a:ext cx="3288182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报告可视化优化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4202582" y="4373880"/>
            <a:ext cx="7181698" cy="35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48302" y="4401312"/>
            <a:ext cx="70902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增强对比报告的可读性与审阅效率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822960" y="4724400"/>
            <a:ext cx="3379622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4751832"/>
            <a:ext cx="3288182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正式提交补齐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4202582" y="4724400"/>
            <a:ext cx="7181698" cy="350520"/>
          </a:xfrm>
          <a:prstGeom prst="rect">
            <a:avLst/>
          </a:prstGeom>
          <a:solidFill>
            <a:srgbClr val="FAFC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48302" y="4751832"/>
            <a:ext cx="7090258" cy="295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截图、演示视频、开源许可清单、团队最终分工确认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868680" y="5806440"/>
            <a:ext cx="103327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结论：本 PPT 已按功能挑战赛道进展汇报结构生成；未确认内容已标注“待补充/需确认”。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杭州电子科技大学 海底小纵队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功能挑战赛道作品进展汇报</dc:title>
  <dc:subject>功能挑战赛道作品进展汇报</dc:subject>
  <dc:creator>oskernel-agent team</dc:creator>
  <cp:lastModifiedBy>oskernel-agent team</cp:lastModifiedBy>
  <cp:revision>1</cp:revision>
  <dcterms:created xsi:type="dcterms:W3CDTF">2026-06-30T14:51:32Z</dcterms:created>
  <dcterms:modified xsi:type="dcterms:W3CDTF">2026-06-30T14:51:32Z</dcterms:modified>
</cp:coreProperties>
</file>